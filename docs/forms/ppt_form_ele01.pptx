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410A"/>
    <a:srgbClr val="1D3A8A"/>
    <a:srgbClr val="DE7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9"/>
    <p:restoredTop sz="94726"/>
  </p:normalViewPr>
  <p:slideViewPr>
    <p:cSldViewPr snapToGrid="0" snapToObjects="1">
      <p:cViewPr>
        <p:scale>
          <a:sx n="115" d="100"/>
          <a:sy n="115" d="100"/>
        </p:scale>
        <p:origin x="138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D955E0-C526-3D49-9F11-D927B1BE19F4}" type="datetimeFigureOut">
              <a:t>2026/8/27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8C85F-C784-9043-82D3-E6BB53BAB92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01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E47CCB6B-1340-3679-F6FE-65E4B4BA23BB}"/>
              </a:ext>
            </a:extLst>
          </p:cNvPr>
          <p:cNvSpPr/>
          <p:nvPr userDrawn="1"/>
        </p:nvSpPr>
        <p:spPr>
          <a:xfrm>
            <a:off x="-2" y="6185043"/>
            <a:ext cx="12191695" cy="67295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09800" y="2008975"/>
            <a:ext cx="7772400" cy="1466852"/>
          </a:xfrm>
        </p:spPr>
        <p:txBody>
          <a:bodyPr/>
          <a:lstStyle>
            <a:lvl1pPr algn="ctr">
              <a:defRPr b="1">
                <a:solidFill>
                  <a:srgbClr val="1D3A8A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09800" y="3696736"/>
            <a:ext cx="7772400" cy="81728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7A06F964-C6DC-6A49-ADCF-10106028A934}" type="datetime1">
              <a:t>2026/8/27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599" y="6356350"/>
            <a:ext cx="6400799" cy="36512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 </a:t>
            </a:r>
          </a:p>
          <a:p>
            <a:r>
              <a:rPr lang="en-US"/>
              <a:t>Kanagawa Institute of Technology, JAPAN.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1200" y="6369652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24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4">
            <a:extLst>
              <a:ext uri="{FF2B5EF4-FFF2-40B4-BE49-F238E27FC236}">
                <a16:creationId xmlns:a16="http://schemas.microsoft.com/office/drawing/2014/main" id="{03946BBF-90D7-8999-11BB-0434BEB72C82}"/>
              </a:ext>
            </a:extLst>
          </p:cNvPr>
          <p:cNvSpPr/>
          <p:nvPr userDrawn="1"/>
        </p:nvSpPr>
        <p:spPr>
          <a:xfrm>
            <a:off x="5628000" y="4851398"/>
            <a:ext cx="9360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UD Digi Kyokasho NP-R" panose="02020400000000000000" pitchFamily="18" charset="-128"/>
              <a:ea typeface="UD Digi Kyokasho NP-R" panose="02020400000000000000" pitchFamily="18" charset="-128"/>
              <a:cs typeface="Calibri"/>
              <a:sym typeface="Calibri"/>
            </a:endParaRP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EEF7F74-416B-43D8-EF19-52923A9B0F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09800" y="1323175"/>
            <a:ext cx="7772400" cy="685800"/>
          </a:xfrm>
        </p:spPr>
        <p:txBody>
          <a:bodyPr anchor="b">
            <a:normAutofit/>
          </a:bodyPr>
          <a:lstStyle>
            <a:lvl1pPr algn="ctr">
              <a:buNone/>
              <a:defRPr sz="2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ctr"/>
            <a:r>
              <a:rPr lang="en-US" altLang="ja-JP" sz="3200" b="1">
                <a:solidFill>
                  <a:srgbClr val="C3410A"/>
                </a:solidFill>
              </a:rPr>
              <a:t>Click to edit Master title style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E0E35CC-6F59-D8E0-51C7-6C7C9ACB9E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136525"/>
            <a:ext cx="555240" cy="54474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5E4772-9A27-6681-83F1-5162412557B1}"/>
              </a:ext>
            </a:extLst>
          </p:cNvPr>
          <p:cNvSpPr txBox="1"/>
          <p:nvPr userDrawn="1"/>
        </p:nvSpPr>
        <p:spPr>
          <a:xfrm>
            <a:off x="1121241" y="147287"/>
            <a:ext cx="5880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>
                <a:latin typeface="UD Digi Kyokasho NP-R" panose="02020400000000000000" pitchFamily="18" charset="-128"/>
                <a:ea typeface="UD Digi Kyokasho NP-R" panose="02020400000000000000" pitchFamily="18" charset="-128"/>
              </a:rPr>
              <a:t>Dept. of Electric and Electronics</a:t>
            </a:r>
            <a:endParaRPr kumimoji="1" lang="ja-JP" altLang="en-US" sz="2800">
              <a:latin typeface="UD Digi Kyokasho NP-R" panose="02020400000000000000" pitchFamily="18" charset="-128"/>
              <a:ea typeface="UD Digi Kyokasho NP-R" panose="02020400000000000000" pitchFamily="18" charset="-128"/>
            </a:endParaRPr>
          </a:p>
        </p:txBody>
      </p:sp>
      <p:sp>
        <p:nvSpPr>
          <p:cNvPr id="12" name="Google Shape;96;p14">
            <a:extLst>
              <a:ext uri="{FF2B5EF4-FFF2-40B4-BE49-F238E27FC236}">
                <a16:creationId xmlns:a16="http://schemas.microsoft.com/office/drawing/2014/main" id="{C22FD72B-B2FD-0CD8-9A25-8136D2829540}"/>
              </a:ext>
            </a:extLst>
          </p:cNvPr>
          <p:cNvSpPr/>
          <p:nvPr userDrawn="1"/>
        </p:nvSpPr>
        <p:spPr>
          <a:xfrm>
            <a:off x="1121240" y="632406"/>
            <a:ext cx="5880135" cy="4571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UD Digi Kyokasho NP-R" panose="02020400000000000000" pitchFamily="18" charset="-128"/>
              <a:ea typeface="UD Digi Kyokasho NP-R" panose="02020400000000000000" pitchFamily="18" charset="-128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EEC2F09A-8A03-3B92-E3AF-B72F3E55CF27}"/>
              </a:ext>
            </a:extLst>
          </p:cNvPr>
          <p:cNvSpPr/>
          <p:nvPr userDrawn="1"/>
        </p:nvSpPr>
        <p:spPr>
          <a:xfrm>
            <a:off x="-2" y="6185043"/>
            <a:ext cx="12191695" cy="67295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DCBCAA-F8A3-D474-E927-C0DA0857CF97}"/>
              </a:ext>
            </a:extLst>
          </p:cNvPr>
          <p:cNvSpPr/>
          <p:nvPr userDrawn="1"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UD Digi Kyokasho NP-R" panose="02020400000000000000" pitchFamily="18" charset="-128"/>
              <a:ea typeface="UD Digi Kyokasho NP-R" panose="02020400000000000000" pitchFamily="18" charset="-128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1049B3F1-EE25-EF95-7BFA-F24D116252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097" y="934271"/>
            <a:ext cx="11493500" cy="5250772"/>
          </a:xfr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2pPr>
            <a:lvl3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3pPr>
            <a:lvl4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4pPr>
            <a:lvl5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D9A46137-DCD9-43C9-787B-18BF4C01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97" y="130359"/>
            <a:ext cx="11493498" cy="632606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5F47292-B4BE-E463-44CA-ECCDB0944E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BE7D5CD1-D63F-5037-0226-28A36AA171B5}"/>
              </a:ext>
            </a:extLst>
          </p:cNvPr>
          <p:cNvSpPr/>
          <p:nvPr userDrawn="1"/>
        </p:nvSpPr>
        <p:spPr>
          <a:xfrm>
            <a:off x="-2" y="6185043"/>
            <a:ext cx="12191695" cy="67295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6750" y="274638"/>
            <a:ext cx="10858500" cy="748257"/>
          </a:xfrm>
        </p:spPr>
        <p:txBody>
          <a:bodyPr/>
          <a:lstStyle>
            <a:lvl1pPr>
              <a:defRPr>
                <a:solidFill>
                  <a:srgbClr val="1D3A8A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66750" y="1369491"/>
            <a:ext cx="10858500" cy="4525963"/>
          </a:xfr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2pPr>
            <a:lvl3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3pPr>
            <a:lvl4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4pPr>
            <a:lvl5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Google Shape;96;p14">
            <a:extLst>
              <a:ext uri="{FF2B5EF4-FFF2-40B4-BE49-F238E27FC236}">
                <a16:creationId xmlns:a16="http://schemas.microsoft.com/office/drawing/2014/main" id="{C1EC8BE3-D5C8-2657-D906-1EFA7BA2DFD0}"/>
              </a:ext>
            </a:extLst>
          </p:cNvPr>
          <p:cNvSpPr/>
          <p:nvPr userDrawn="1"/>
        </p:nvSpPr>
        <p:spPr>
          <a:xfrm>
            <a:off x="666750" y="1099095"/>
            <a:ext cx="108585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UD Digi Kyokasho NP-R" panose="02020400000000000000" pitchFamily="18" charset="-128"/>
              <a:ea typeface="UD Digi Kyokasho NP-R" panose="02020400000000000000" pitchFamily="18" charset="-128"/>
              <a:cs typeface="Calibri"/>
              <a:sym typeface="Calibri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511048F5-814A-6789-E6C2-293CDD46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0172E0BB-636A-5CED-DD48-6F52F4DA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67F5515-9F6C-7433-B48E-169324F6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F8C726DD-5576-165A-D602-EA1711A995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1D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>
            <a:extLst>
              <a:ext uri="{FF2B5EF4-FFF2-40B4-BE49-F238E27FC236}">
                <a16:creationId xmlns:a16="http://schemas.microsoft.com/office/drawing/2014/main" id="{201844EF-E35B-F38D-15CF-41F8067DDB2E}"/>
              </a:ext>
            </a:extLst>
          </p:cNvPr>
          <p:cNvSpPr/>
          <p:nvPr userDrawn="1"/>
        </p:nvSpPr>
        <p:spPr>
          <a:xfrm>
            <a:off x="-2" y="6185043"/>
            <a:ext cx="12191695" cy="67295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09800" y="1833562"/>
            <a:ext cx="7772400" cy="1362075"/>
          </a:xfrm>
        </p:spPr>
        <p:txBody>
          <a:bodyPr anchor="b" anchorCtr="0"/>
          <a:lstStyle>
            <a:lvl1pPr algn="ctr">
              <a:defRPr sz="4000" b="1" cap="none" baseline="0">
                <a:solidFill>
                  <a:schemeClr val="bg1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209800" y="3421856"/>
            <a:ext cx="7772400" cy="1500187"/>
          </a:xfrm>
        </p:spPr>
        <p:txBody>
          <a:bodyPr anchor="t" anchorCtr="0"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Google Shape;96;p14">
            <a:extLst>
              <a:ext uri="{FF2B5EF4-FFF2-40B4-BE49-F238E27FC236}">
                <a16:creationId xmlns:a16="http://schemas.microsoft.com/office/drawing/2014/main" id="{22CFB348-0F86-C540-86A9-1216B30A42C7}"/>
              </a:ext>
            </a:extLst>
          </p:cNvPr>
          <p:cNvSpPr/>
          <p:nvPr userDrawn="1"/>
        </p:nvSpPr>
        <p:spPr>
          <a:xfrm>
            <a:off x="5628000" y="3251197"/>
            <a:ext cx="9360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UD Digi Kyokasho NP-R" panose="02020400000000000000" pitchFamily="18" charset="-128"/>
              <a:ea typeface="UD Digi Kyokasho NP-R" panose="02020400000000000000" pitchFamily="18" charset="-128"/>
              <a:cs typeface="Calibri"/>
              <a:sym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637F70B-06FB-8629-D74E-45F314206A7C}"/>
              </a:ext>
            </a:extLst>
          </p:cNvPr>
          <p:cNvSpPr/>
          <p:nvPr userDrawn="1"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EF14B27-01FE-2567-AEF6-FFDDCE71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DA8B5B39-7394-5636-FA3D-08C16041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F2246003-9BB3-89FD-8297-59565FDD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7888537-FA0B-638C-AFD1-9457723EB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7EEF8D0E-ED2E-235E-6028-4511C8762257}"/>
              </a:ext>
            </a:extLst>
          </p:cNvPr>
          <p:cNvSpPr/>
          <p:nvPr userDrawn="1"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UD Digi Kyokasho NP-R" panose="02020400000000000000" pitchFamily="18" charset="-128"/>
              <a:ea typeface="UD Digi Kyokasho NP-R" panose="02020400000000000000" pitchFamily="18" charset="-128"/>
            </a:endParaRPr>
          </a:p>
        </p:txBody>
      </p:sp>
      <p:sp>
        <p:nvSpPr>
          <p:cNvPr id="10" name="コンテンツ プレースホルダー 6">
            <a:extLst>
              <a:ext uri="{FF2B5EF4-FFF2-40B4-BE49-F238E27FC236}">
                <a16:creationId xmlns:a16="http://schemas.microsoft.com/office/drawing/2014/main" id="{251C45E7-ED36-3C93-568F-3DF085C0C7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097" y="934271"/>
            <a:ext cx="5371479" cy="5250772"/>
          </a:xfr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2pPr>
            <a:lvl3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3pPr>
            <a:lvl4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4pPr>
            <a:lvl5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タイトル 9">
            <a:extLst>
              <a:ext uri="{FF2B5EF4-FFF2-40B4-BE49-F238E27FC236}">
                <a16:creationId xmlns:a16="http://schemas.microsoft.com/office/drawing/2014/main" id="{41572A30-4389-D0A7-051E-484925E9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97" y="130359"/>
            <a:ext cx="11493498" cy="632606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コンテンツ プレースホルダー 6">
            <a:extLst>
              <a:ext uri="{FF2B5EF4-FFF2-40B4-BE49-F238E27FC236}">
                <a16:creationId xmlns:a16="http://schemas.microsoft.com/office/drawing/2014/main" id="{FBFF58E5-4C8D-0515-FE6D-C582CA5B8F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71426" y="934271"/>
            <a:ext cx="5371479" cy="5250772"/>
          </a:xfr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2pPr>
            <a:lvl3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3pPr>
            <a:lvl4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4pPr>
            <a:lvl5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Date Placeholder 1">
            <a:extLst>
              <a:ext uri="{FF2B5EF4-FFF2-40B4-BE49-F238E27FC236}">
                <a16:creationId xmlns:a16="http://schemas.microsoft.com/office/drawing/2014/main" id="{D8A7539E-4FB6-8CDD-622B-3D71288F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0DD95D45-A72B-FADE-4F7A-DD612657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4F7DFF25-89E5-3C55-4DED-ACE73336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F2E785B4-D90A-99F1-9E55-AD6BDB294C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7EEF8D0E-ED2E-235E-6028-4511C8762257}"/>
              </a:ext>
            </a:extLst>
          </p:cNvPr>
          <p:cNvSpPr/>
          <p:nvPr userDrawn="1"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UD Digi Kyokasho NP-R" panose="02020400000000000000" pitchFamily="18" charset="-128"/>
              <a:ea typeface="UD Digi Kyokasho NP-R" panose="02020400000000000000" pitchFamily="18" charset="-128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96EB0F0-D80F-3126-5699-A97D48C92A82}"/>
              </a:ext>
            </a:extLst>
          </p:cNvPr>
          <p:cNvSpPr/>
          <p:nvPr userDrawn="1"/>
        </p:nvSpPr>
        <p:spPr>
          <a:xfrm>
            <a:off x="-2" y="6185043"/>
            <a:ext cx="12191695" cy="67295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コンテンツ プレースホルダー 6">
            <a:extLst>
              <a:ext uri="{FF2B5EF4-FFF2-40B4-BE49-F238E27FC236}">
                <a16:creationId xmlns:a16="http://schemas.microsoft.com/office/drawing/2014/main" id="{251C45E7-ED36-3C93-568F-3DF085C0C7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9097" y="1605775"/>
            <a:ext cx="5561049" cy="4579267"/>
          </a:xfr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2pPr>
            <a:lvl3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3pPr>
            <a:lvl4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4pPr>
            <a:lvl5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タイトル 9">
            <a:extLst>
              <a:ext uri="{FF2B5EF4-FFF2-40B4-BE49-F238E27FC236}">
                <a16:creationId xmlns:a16="http://schemas.microsoft.com/office/drawing/2014/main" id="{41572A30-4389-D0A7-051E-484925E9F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97" y="130359"/>
            <a:ext cx="11493498" cy="632606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コンテンツ プレースホルダー 6">
            <a:extLst>
              <a:ext uri="{FF2B5EF4-FFF2-40B4-BE49-F238E27FC236}">
                <a16:creationId xmlns:a16="http://schemas.microsoft.com/office/drawing/2014/main" id="{FBFF58E5-4C8D-0515-FE6D-C582CA5B8F0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59246" y="1605775"/>
            <a:ext cx="5583660" cy="4579267"/>
          </a:xfr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  <a:lvl2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2pPr>
            <a:lvl3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3pPr>
            <a:lvl4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4pPr>
            <a:lvl5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1A13004-9D13-A7CD-7A20-CEF387E3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096" y="907546"/>
            <a:ext cx="556104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168E47-4294-34BA-47A4-DC0639A93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8935" y="907546"/>
            <a:ext cx="55836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60900108-8E8C-8A12-A875-7A7D9DD4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30044121-B8B1-83D4-D9C7-FBAFF00B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B6B3AF61-61E3-5619-683F-5E3615E6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7BB3DE1B-BECB-AD4D-8D36-C45B848286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5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EDCBCAA-F8A3-D474-E927-C0DA0857CF97}"/>
              </a:ext>
            </a:extLst>
          </p:cNvPr>
          <p:cNvSpPr/>
          <p:nvPr userDrawn="1"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UD Digi Kyokasho NP-R" panose="02020400000000000000" pitchFamily="18" charset="-128"/>
              <a:ea typeface="UD Digi Kyokasho NP-R" panose="02020400000000000000" pitchFamily="18" charset="-128"/>
            </a:endParaRPr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D9A46137-DCD9-43C9-787B-18BF4C01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97" y="130359"/>
            <a:ext cx="11493498" cy="632606"/>
          </a:xfrm>
        </p:spPr>
        <p:txBody>
          <a:bodyPr>
            <a:noAutofit/>
          </a:bodyPr>
          <a:lstStyle>
            <a:lvl1pPr>
              <a:defRPr sz="4000" b="1">
                <a:solidFill>
                  <a:schemeClr val="bg1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26BF295E-A42C-C9CB-7A23-A072BB78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91D06240-BBAC-D734-EB31-9CBE1228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D425333F-0C1E-FB1D-041A-08AD4921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630EBCCA-AD58-0782-1057-49A2AA34C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8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>
            <a:extLst>
              <a:ext uri="{FF2B5EF4-FFF2-40B4-BE49-F238E27FC236}">
                <a16:creationId xmlns:a16="http://schemas.microsoft.com/office/drawing/2014/main" id="{BE7D5CD1-D63F-5037-0226-28A36AA171B5}"/>
              </a:ext>
            </a:extLst>
          </p:cNvPr>
          <p:cNvSpPr/>
          <p:nvPr userDrawn="1"/>
        </p:nvSpPr>
        <p:spPr>
          <a:xfrm>
            <a:off x="-2" y="6185043"/>
            <a:ext cx="12191695" cy="672957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6750" y="274638"/>
            <a:ext cx="10858500" cy="748257"/>
          </a:xfrm>
        </p:spPr>
        <p:txBody>
          <a:bodyPr/>
          <a:lstStyle>
            <a:lvl1pPr>
              <a:defRPr>
                <a:solidFill>
                  <a:srgbClr val="1D3A8A"/>
                </a:solidFill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Google Shape;96;p14">
            <a:extLst>
              <a:ext uri="{FF2B5EF4-FFF2-40B4-BE49-F238E27FC236}">
                <a16:creationId xmlns:a16="http://schemas.microsoft.com/office/drawing/2014/main" id="{C1EC8BE3-D5C8-2657-D906-1EFA7BA2DFD0}"/>
              </a:ext>
            </a:extLst>
          </p:cNvPr>
          <p:cNvSpPr/>
          <p:nvPr userDrawn="1"/>
        </p:nvSpPr>
        <p:spPr>
          <a:xfrm>
            <a:off x="666750" y="1099095"/>
            <a:ext cx="10858500" cy="381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UD Digi Kyokasho NP-R" panose="02020400000000000000" pitchFamily="18" charset="-128"/>
              <a:ea typeface="UD Digi Kyokasho NP-R" panose="02020400000000000000" pitchFamily="18" charset="-128"/>
              <a:cs typeface="Calibri"/>
              <a:sym typeface="Calibri"/>
            </a:endParaRP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6D6A463C-CDF6-3303-7685-C982E512F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0739" y="6314066"/>
            <a:ext cx="1457954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90511CD9-33A1-EEFB-953E-57A03549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394877B-2B9F-2BDF-F4B1-CFFD14C3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C681AC07-BBF7-CF8E-EAAE-83B099F253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1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6750" y="274638"/>
            <a:ext cx="10858500" cy="74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37786"/>
            <a:ext cx="11068050" cy="4888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388A625B-8DFA-D7A3-2BC6-DF5C2A11F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90738" y="6314066"/>
            <a:ext cx="153601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fld id="{B2A3E925-170B-674F-8ADF-5099AA65936C}" type="datetime1">
              <a:t>2026/8/27</a:t>
            </a:fld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489B5B13-50F8-7254-141A-2135BEF88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2038" y="6258311"/>
            <a:ext cx="7815532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r>
              <a:rPr lang="en-US"/>
              <a:t>Dept. of Electric and Electronics, Faculty of Engineering,</a:t>
            </a:r>
          </a:p>
          <a:p>
            <a:r>
              <a:rPr lang="en-US"/>
              <a:t>Kanagawa Institute of Technology, JAPAN.</a:t>
            </a:r>
            <a:endParaRPr lang="en-US" sz="1800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D2D5D32-C5EA-2DCA-CCFC-EE0BD6D73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5124" y="6314066"/>
            <a:ext cx="1069676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UD Digi Kyokasho NP-R" panose="02020400000000000000" pitchFamily="18" charset="-128"/>
                <a:ea typeface="UD Digi Kyokasho NP-R" panose="02020400000000000000" pitchFamily="18" charset="-128"/>
              </a:defRPr>
            </a:lvl1pPr>
          </a:lstStyle>
          <a:p>
            <a:pPr algn="r"/>
            <a:fld id="{C1FF6DA9-008F-8B48-92A6-B652298478BF}" type="slidenum">
              <a:rPr lang="en-US" smtClean="0"/>
              <a:pPr algn="r"/>
              <a:t>‹#›</a:t>
            </a:fld>
            <a:endParaRPr 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349A1F6-B16F-9F39-97FB-A1DCFA04AE1C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87326" y="6296354"/>
            <a:ext cx="421544" cy="41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2" r:id="rId5"/>
    <p:sldLayoutId id="2147483656" r:id="rId6"/>
    <p:sldLayoutId id="2147483657" r:id="rId7"/>
    <p:sldLayoutId id="2147483658" r:id="rId8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UD Digi Kyokasho NP-R" panose="02020400000000000000" pitchFamily="18" charset="-128"/>
          <a:ea typeface="UD Digi Kyokasho NP-R" panose="02020400000000000000" pitchFamily="18" charset="-128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UD Digi Kyokasho NP-R" panose="02020400000000000000" pitchFamily="18" charset="-128"/>
          <a:ea typeface="UD Digi Kyokasho NP-R" panose="02020400000000000000" pitchFamily="18" charset="-128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UD Digi Kyokasho NP-R" panose="02020400000000000000" pitchFamily="18" charset="-128"/>
          <a:ea typeface="UD Digi Kyokasho NP-R" panose="02020400000000000000" pitchFamily="18" charset="-128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UD Digi Kyokasho NP-R" panose="02020400000000000000" pitchFamily="18" charset="-128"/>
          <a:ea typeface="UD Digi Kyokasho NP-R" panose="02020400000000000000" pitchFamily="18" charset="-128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UD Digi Kyokasho NP-R" panose="02020400000000000000" pitchFamily="18" charset="-128"/>
          <a:ea typeface="UD Digi Kyokasho NP-R" panose="02020400000000000000" pitchFamily="18" charset="-128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UD Digi Kyokasho NP-R" panose="02020400000000000000" pitchFamily="18" charset="-128"/>
          <a:ea typeface="UD Digi Kyokasho NP-R" panose="02020400000000000000" pitchFamily="18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B5D787-EE24-EE79-0496-B91DABDA0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B1D6F1-FA66-60E0-393A-6A1118B84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BB7532-5BB2-D40A-95B7-DECA9AE6C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38D0D7-633B-F1AF-5242-1C4F0866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Electric and Electronics, Faculty of Engineering, Kanagawa Institute of Technology, JAPAN.</a:t>
            </a:r>
            <a:endParaRPr lang="en-US" sz="20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7E3A3-AC83-4F8D-B317-F9069A72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47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7D12B62-5F42-6867-C525-E747C28A5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64DE2CDB-05CB-C7EF-6823-E6CE4122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7BB610A-1B0B-095E-00F4-68F5E8F33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Electric and Electronics, Faculty of Engineering, Kanagawa Institute of Technology, JAPAN.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9497F4-7B26-6587-2FEB-AFF560B6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30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6773</TotalTime>
  <Words>38</Words>
  <Application>Microsoft Macintosh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UD Digi Kyokasho NP-R</vt:lpstr>
      <vt:lpstr>游ゴシック</vt:lpstr>
      <vt:lpstr>Arial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H.Sugimura</dc:creator>
  <cp:keywords/>
  <dc:description/>
  <cp:lastModifiedBy>杉村博</cp:lastModifiedBy>
  <cp:revision>465</cp:revision>
  <cp:lastPrinted>2026-06-10T04:17:40Z</cp:lastPrinted>
  <dcterms:created xsi:type="dcterms:W3CDTF">2013-01-27T09:14:16Z</dcterms:created>
  <dcterms:modified xsi:type="dcterms:W3CDTF">2026-08-27T06:22:05Z</dcterms:modified>
  <cp:category/>
</cp:coreProperties>
</file>